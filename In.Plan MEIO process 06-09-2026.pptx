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Анализ структуры текущих запасов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5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5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5000" y="3974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0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  <a:p>
            <a:r>
              <a:rPr sz="900" b="0"/>
              <a:t>Ограничение: покрытие ≤ остаточного срока годности</a:t>
            </a:r>
          </a:p>
          <a:p>
            <a:r>
              <a:rPr sz="900" b="0"/>
              <a:t>Стоимость списаний и уценки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90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0000" y="3974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Сценарное моделирование, 3 сценария</a:t>
            </a:r>
          </a:p>
          <a:p>
            <a:r>
              <a:rPr sz="900" b="0"/>
              <a:t>Изменение политик пополнения</a:t>
            </a:r>
          </a:p>
          <a:p>
            <a:r>
              <a:rPr sz="900" b="0"/>
              <a:t>Интерпретация и корректировка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0000" y="4628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000" y="2606666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00" y="423333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000" y="5859998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cxnSp>
        <p:nvCxnSpPr>
          <p:cNvPr id="28" name="Connector 27"/>
          <p:cNvCxnSpPr>
            <a:stCxn id="4" idx="3"/>
            <a:endCxn id="8" idx="1"/>
          </p:cNvCxnSpPr>
          <p:nvPr/>
        </p:nvCxnSpPr>
        <p:spPr>
          <a:xfrm>
            <a:off x="4365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8" idx="2"/>
            <a:endCxn id="10" idx="0"/>
          </p:cNvCxnSpPr>
          <p:nvPr/>
        </p:nvCxnSpPr>
        <p:spPr>
          <a:xfrm>
            <a:off x="5727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0" idx="3"/>
            <a:endCxn id="14" idx="1"/>
          </p:cNvCxnSpPr>
          <p:nvPr/>
        </p:nvCxnSpPr>
        <p:spPr>
          <a:xfrm flipV="1">
            <a:off x="6940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4" idx="2"/>
            <a:endCxn id="16" idx="0"/>
          </p:cNvCxnSpPr>
          <p:nvPr/>
        </p:nvCxnSpPr>
        <p:spPr>
          <a:xfrm>
            <a:off x="8302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3"/>
            <a:endCxn id="21" idx="1"/>
          </p:cNvCxnSpPr>
          <p:nvPr/>
        </p:nvCxnSpPr>
        <p:spPr>
          <a:xfrm flipV="1">
            <a:off x="9515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24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5" idx="3"/>
            <a:endCxn id="8" idx="1"/>
          </p:cNvCxnSpPr>
          <p:nvPr/>
        </p:nvCxnSpPr>
        <p:spPr>
          <a:xfrm flipV="1">
            <a:off x="1700000" y="1350000"/>
            <a:ext cx="2815000" cy="15666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6" idx="3"/>
            <a:endCxn id="8" idx="1"/>
          </p:cNvCxnSpPr>
          <p:nvPr/>
        </p:nvCxnSpPr>
        <p:spPr>
          <a:xfrm flipV="1">
            <a:off x="1700000" y="1350000"/>
            <a:ext cx="2815000" cy="31933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7" idx="3"/>
            <a:endCxn id="8" idx="1"/>
          </p:cNvCxnSpPr>
          <p:nvPr/>
        </p:nvCxnSpPr>
        <p:spPr>
          <a:xfrm flipV="1">
            <a:off x="1700000" y="1350000"/>
            <a:ext cx="2815000" cy="481999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4" idx="2"/>
            <a:endCxn id="18" idx="0"/>
          </p:cNvCxnSpPr>
          <p:nvPr/>
        </p:nvCxnSpPr>
        <p:spPr>
          <a:xfrm>
            <a:off x="8302500" y="1660000"/>
            <a:ext cx="0" cy="296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1" idx="2"/>
            <a:endCxn id="23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